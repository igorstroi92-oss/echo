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ECHO — цифровое эхо души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Концепция: платформа цифрового самосознания; SelfTwin, Mind Mirror, Memory Cloud; Founder: Igor Stroi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Проблема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Потеря личных историй и смыслов; Отсутствие инструментов для глубокого самопознания; Растущая потребность в эмоциональной поддержке и legacy-сервисах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Решение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Персональный AI-двойник (SelfTwin); Иммерсивная визуализация эмоций (Mind Mirror); Безопасное хранилище воспоминаний (Memory Cloud)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Технология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SoulMesh AI — персональные LLM-модели</a:t>
            </a:r>
          </a:p>
          <a:p>
            <a:pPr>
              <a:defRPr sz="1800"/>
            </a:pPr>
            <a:r>
              <a:t>NeuroSync — интеграция биоданных (EEG, пульс)</a:t>
            </a:r>
          </a:p>
          <a:p>
            <a:pPr>
              <a:defRPr sz="1800"/>
            </a:pPr>
            <a:r>
              <a:t>Echostream — генеративная визуализация и музыка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Продукты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SelfTwin — AI-двойник</a:t>
            </a:r>
          </a:p>
          <a:p>
            <a:pPr>
              <a:defRPr sz="1800"/>
            </a:pPr>
            <a:r>
              <a:t>Mind Mirror — VR/AR визуализация эмоций</a:t>
            </a:r>
          </a:p>
          <a:p>
            <a:pPr>
              <a:defRPr sz="1800"/>
            </a:pPr>
            <a:r>
              <a:t>Memory Cloud — динамические AI-сцены воспоминаний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Бизнес-модель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Подписки (Seed/Creator/Legacy)</a:t>
            </a:r>
          </a:p>
          <a:p>
            <a:pPr>
              <a:defRPr sz="1800"/>
            </a:pPr>
            <a:r>
              <a:t>Продажа кастомных интеграций</a:t>
            </a:r>
          </a:p>
          <a:p>
            <a:pPr>
              <a:defRPr sz="1800"/>
            </a:pPr>
            <a:r>
              <a:t>Корпоративные пакеты и white-label решений</a:t>
            </a:r>
          </a:p>
          <a:p>
            <a:pPr>
              <a:defRPr sz="1800"/>
            </a:pPr>
            <a:r>
              <a:t>NFT/Legacy монетизация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Рынок и потенциал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Растущий рынок wellness и AI companions</a:t>
            </a:r>
          </a:p>
          <a:p>
            <a:pPr>
              <a:defRPr sz="1800"/>
            </a:pPr>
            <a:r>
              <a:t>Целевые аудитории: early adopters, креативщики, корпоративные клиенты</a:t>
            </a:r>
          </a:p>
          <a:p>
            <a:pPr>
              <a:defRPr sz="1800"/>
            </a:pPr>
            <a:r>
              <a:t>Возможность глобального масштабирования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Конкуренты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Calm, Replika, Mindvalley — но без глубокой персонализации и нейроинтеграции</a:t>
            </a:r>
          </a:p>
          <a:p>
            <a:pPr>
              <a:defRPr sz="1800"/>
            </a:pPr>
            <a:r>
              <a:t>ECHO отличается связкой нейро+LLM+VR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Дорожная карта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MVP (3–6 мес): Memory Seed</a:t>
            </a:r>
          </a:p>
          <a:p>
            <a:pPr>
              <a:defRPr sz="1800"/>
            </a:pPr>
            <a:r>
              <a:t>Echo Mirror (6–12 мес): 3D-аватар и голос</a:t>
            </a:r>
          </a:p>
          <a:p>
            <a:pPr>
              <a:defRPr sz="1800"/>
            </a:pPr>
            <a:r>
              <a:t>Echo Universe (1–2 года): сеть цифровых личностей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Команда и контакты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Igor Stroi — Founder of ECHO</a:t>
            </a:r>
          </a:p>
          <a:p>
            <a:pPr>
              <a:defRPr sz="1800"/>
            </a:pPr>
            <a:r>
              <a:t>Контакты: echo-contact@formspree.io</a:t>
            </a:r>
          </a:p>
          <a:p>
            <a:pPr>
              <a:defRPr sz="1800"/>
            </a:pPr>
            <a:r>
              <a:t>Готовы к встречам с инвесторами и партнёрами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